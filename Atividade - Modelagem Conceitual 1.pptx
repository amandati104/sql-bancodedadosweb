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11"/>
  </p:notesMasterIdLst>
  <p:sldIdLst>
    <p:sldId id="259" r:id="rId5"/>
    <p:sldId id="261" r:id="rId6"/>
    <p:sldId id="256" r:id="rId7"/>
    <p:sldId id="257" r:id="rId8"/>
    <p:sldId id="260" r:id="rId9"/>
    <p:sldId id="258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" roundtripDataSignature="AMtx7mhw+X9pi3IDF4Ed7XPzr6a1TDeG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757AEB-7749-441A-BD62-CAD7D4B6A806}" v="36" dt="2026-04-01T12:50:28.7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108" y="1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customschemas.google.com/relationships/presentationmetadata" Target="metadata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DA PEREIRA DE OLIVEIRA" userId="4198336a-fd4a-4c78-8e7d-8963cd545ea2" providerId="ADAL" clId="{CC13D7B9-C24C-4670-80D8-8FF242A9DB07}"/>
    <pc:docChg chg="undo custSel addSld delSld modSld">
      <pc:chgData name="AMANDA PEREIRA DE OLIVEIRA" userId="4198336a-fd4a-4c78-8e7d-8963cd545ea2" providerId="ADAL" clId="{CC13D7B9-C24C-4670-80D8-8FF242A9DB07}" dt="2026-04-01T12:52:57.450" v="1267" actId="108"/>
      <pc:docMkLst>
        <pc:docMk/>
      </pc:docMkLst>
      <pc:sldChg chg="addSp delSp modSp mod">
        <pc:chgData name="AMANDA PEREIRA DE OLIVEIRA" userId="4198336a-fd4a-4c78-8e7d-8963cd545ea2" providerId="ADAL" clId="{CC13D7B9-C24C-4670-80D8-8FF242A9DB07}" dt="2026-03-31T14:36:36.910" v="619" actId="20577"/>
        <pc:sldMkLst>
          <pc:docMk/>
          <pc:sldMk cId="0" sldId="257"/>
        </pc:sldMkLst>
        <pc:spChg chg="add del mod">
          <ac:chgData name="AMANDA PEREIRA DE OLIVEIRA" userId="4198336a-fd4a-4c78-8e7d-8963cd545ea2" providerId="ADAL" clId="{CC13D7B9-C24C-4670-80D8-8FF242A9DB07}" dt="2026-03-31T14:22:38.161" v="62"/>
          <ac:spMkLst>
            <pc:docMk/>
            <pc:sldMk cId="0" sldId="257"/>
            <ac:spMk id="5" creationId="{F1ECDC9F-6056-95A7-2C42-F2AE5181EA19}"/>
          </ac:spMkLst>
        </pc:spChg>
        <pc:spChg chg="add mod">
          <ac:chgData name="AMANDA PEREIRA DE OLIVEIRA" userId="4198336a-fd4a-4c78-8e7d-8963cd545ea2" providerId="ADAL" clId="{CC13D7B9-C24C-4670-80D8-8FF242A9DB07}" dt="2026-03-31T14:24:34.759" v="92" actId="1076"/>
          <ac:spMkLst>
            <pc:docMk/>
            <pc:sldMk cId="0" sldId="257"/>
            <ac:spMk id="6" creationId="{DE94C3A6-CB94-4FAB-0EC2-301D13617E1F}"/>
          </ac:spMkLst>
        </pc:spChg>
        <pc:spChg chg="add mod">
          <ac:chgData name="AMANDA PEREIRA DE OLIVEIRA" userId="4198336a-fd4a-4c78-8e7d-8963cd545ea2" providerId="ADAL" clId="{CC13D7B9-C24C-4670-80D8-8FF242A9DB07}" dt="2026-03-31T14:23:36.939" v="87"/>
          <ac:spMkLst>
            <pc:docMk/>
            <pc:sldMk cId="0" sldId="257"/>
            <ac:spMk id="7" creationId="{EF8BCF78-8EDF-E5A2-3170-3275FBB8B9CA}"/>
          </ac:spMkLst>
        </pc:spChg>
        <pc:spChg chg="add mod">
          <ac:chgData name="AMANDA PEREIRA DE OLIVEIRA" userId="4198336a-fd4a-4c78-8e7d-8963cd545ea2" providerId="ADAL" clId="{CC13D7B9-C24C-4670-80D8-8FF242A9DB07}" dt="2026-03-31T14:24:30.003" v="91" actId="1076"/>
          <ac:spMkLst>
            <pc:docMk/>
            <pc:sldMk cId="0" sldId="257"/>
            <ac:spMk id="9" creationId="{53ABC3E8-6925-02FE-4EF9-259C25DB2D05}"/>
          </ac:spMkLst>
        </pc:spChg>
        <pc:spChg chg="add mod">
          <ac:chgData name="AMANDA PEREIRA DE OLIVEIRA" userId="4198336a-fd4a-4c78-8e7d-8963cd545ea2" providerId="ADAL" clId="{CC13D7B9-C24C-4670-80D8-8FF242A9DB07}" dt="2026-03-31T14:25:02.394" v="96" actId="1076"/>
          <ac:spMkLst>
            <pc:docMk/>
            <pc:sldMk cId="0" sldId="257"/>
            <ac:spMk id="11" creationId="{13D143D5-4037-9C90-AC7C-9DAAC1772547}"/>
          </ac:spMkLst>
        </pc:spChg>
        <pc:spChg chg="add mod">
          <ac:chgData name="AMANDA PEREIRA DE OLIVEIRA" userId="4198336a-fd4a-4c78-8e7d-8963cd545ea2" providerId="ADAL" clId="{CC13D7B9-C24C-4670-80D8-8FF242A9DB07}" dt="2026-03-31T14:25:58.018" v="183" actId="1076"/>
          <ac:spMkLst>
            <pc:docMk/>
            <pc:sldMk cId="0" sldId="257"/>
            <ac:spMk id="13" creationId="{17657D26-7A56-C569-D7E0-E16F85B12C81}"/>
          </ac:spMkLst>
        </pc:spChg>
        <pc:spChg chg="add mod">
          <ac:chgData name="AMANDA PEREIRA DE OLIVEIRA" userId="4198336a-fd4a-4c78-8e7d-8963cd545ea2" providerId="ADAL" clId="{CC13D7B9-C24C-4670-80D8-8FF242A9DB07}" dt="2026-03-31T14:31:19.542" v="379" actId="1076"/>
          <ac:spMkLst>
            <pc:docMk/>
            <pc:sldMk cId="0" sldId="257"/>
            <ac:spMk id="14" creationId="{30963E0C-AC76-57A3-1B2B-C060E900640C}"/>
          </ac:spMkLst>
        </pc:spChg>
        <pc:spChg chg="add mod">
          <ac:chgData name="AMANDA PEREIRA DE OLIVEIRA" userId="4198336a-fd4a-4c78-8e7d-8963cd545ea2" providerId="ADAL" clId="{CC13D7B9-C24C-4670-80D8-8FF242A9DB07}" dt="2026-03-31T14:30:02.873" v="352" actId="1076"/>
          <ac:spMkLst>
            <pc:docMk/>
            <pc:sldMk cId="0" sldId="257"/>
            <ac:spMk id="15" creationId="{8E21EF9C-DEBA-D197-0C6B-B48823885BBF}"/>
          </ac:spMkLst>
        </pc:spChg>
        <pc:spChg chg="add mod">
          <ac:chgData name="AMANDA PEREIRA DE OLIVEIRA" userId="4198336a-fd4a-4c78-8e7d-8963cd545ea2" providerId="ADAL" clId="{CC13D7B9-C24C-4670-80D8-8FF242A9DB07}" dt="2026-03-31T14:31:15.243" v="378" actId="1076"/>
          <ac:spMkLst>
            <pc:docMk/>
            <pc:sldMk cId="0" sldId="257"/>
            <ac:spMk id="16" creationId="{11FE861E-48F2-BC84-F736-9E3E6861FB70}"/>
          </ac:spMkLst>
        </pc:spChg>
        <pc:spChg chg="add mod">
          <ac:chgData name="AMANDA PEREIRA DE OLIVEIRA" userId="4198336a-fd4a-4c78-8e7d-8963cd545ea2" providerId="ADAL" clId="{CC13D7B9-C24C-4670-80D8-8FF242A9DB07}" dt="2026-03-31T14:31:27.774" v="380" actId="1076"/>
          <ac:spMkLst>
            <pc:docMk/>
            <pc:sldMk cId="0" sldId="257"/>
            <ac:spMk id="17" creationId="{8C21AF24-7085-25BE-81A7-84BE57C9CC66}"/>
          </ac:spMkLst>
        </pc:spChg>
        <pc:spChg chg="add mod">
          <ac:chgData name="AMANDA PEREIRA DE OLIVEIRA" userId="4198336a-fd4a-4c78-8e7d-8963cd545ea2" providerId="ADAL" clId="{CC13D7B9-C24C-4670-80D8-8FF242A9DB07}" dt="2026-03-31T14:31:42.570" v="382" actId="1076"/>
          <ac:spMkLst>
            <pc:docMk/>
            <pc:sldMk cId="0" sldId="257"/>
            <ac:spMk id="19" creationId="{E04FC720-6AA8-1CD9-520F-E67A873B98AF}"/>
          </ac:spMkLst>
        </pc:spChg>
        <pc:spChg chg="add del mod">
          <ac:chgData name="AMANDA PEREIRA DE OLIVEIRA" userId="4198336a-fd4a-4c78-8e7d-8963cd545ea2" providerId="ADAL" clId="{CC13D7B9-C24C-4670-80D8-8FF242A9DB07}" dt="2026-03-31T14:31:55.675" v="385" actId="478"/>
          <ac:spMkLst>
            <pc:docMk/>
            <pc:sldMk cId="0" sldId="257"/>
            <ac:spMk id="21" creationId="{20A0B112-2F08-3722-F4B3-68DFF41647C9}"/>
          </ac:spMkLst>
        </pc:spChg>
        <pc:spChg chg="add mod">
          <ac:chgData name="AMANDA PEREIRA DE OLIVEIRA" userId="4198336a-fd4a-4c78-8e7d-8963cd545ea2" providerId="ADAL" clId="{CC13D7B9-C24C-4670-80D8-8FF242A9DB07}" dt="2026-03-31T14:36:36.910" v="619" actId="20577"/>
          <ac:spMkLst>
            <pc:docMk/>
            <pc:sldMk cId="0" sldId="257"/>
            <ac:spMk id="23" creationId="{763E5EEA-96C7-03A7-D744-0BC84D89812C}"/>
          </ac:spMkLst>
        </pc:spChg>
        <pc:spChg chg="add mod">
          <ac:chgData name="AMANDA PEREIRA DE OLIVEIRA" userId="4198336a-fd4a-4c78-8e7d-8963cd545ea2" providerId="ADAL" clId="{CC13D7B9-C24C-4670-80D8-8FF242A9DB07}" dt="2026-03-31T14:34:01.798" v="536" actId="1076"/>
          <ac:spMkLst>
            <pc:docMk/>
            <pc:sldMk cId="0" sldId="257"/>
            <ac:spMk id="25" creationId="{B48DB05C-80A9-0868-C105-D99F2203B376}"/>
          </ac:spMkLst>
        </pc:spChg>
        <pc:spChg chg="add mod">
          <ac:chgData name="AMANDA PEREIRA DE OLIVEIRA" userId="4198336a-fd4a-4c78-8e7d-8963cd545ea2" providerId="ADAL" clId="{CC13D7B9-C24C-4670-80D8-8FF242A9DB07}" dt="2026-03-31T14:34:08.860" v="537" actId="1076"/>
          <ac:spMkLst>
            <pc:docMk/>
            <pc:sldMk cId="0" sldId="257"/>
            <ac:spMk id="27" creationId="{5D62E7AD-1394-9ACF-1F9A-FF0DC7B32321}"/>
          </ac:spMkLst>
        </pc:spChg>
      </pc:sldChg>
      <pc:sldChg chg="modSp mod">
        <pc:chgData name="AMANDA PEREIRA DE OLIVEIRA" userId="4198336a-fd4a-4c78-8e7d-8963cd545ea2" providerId="ADAL" clId="{CC13D7B9-C24C-4670-80D8-8FF242A9DB07}" dt="2026-04-01T12:52:22.129" v="1262" actId="108"/>
        <pc:sldMkLst>
          <pc:docMk/>
          <pc:sldMk cId="548221110" sldId="259"/>
        </pc:sldMkLst>
        <pc:spChg chg="mod">
          <ac:chgData name="AMANDA PEREIRA DE OLIVEIRA" userId="4198336a-fd4a-4c78-8e7d-8963cd545ea2" providerId="ADAL" clId="{CC13D7B9-C24C-4670-80D8-8FF242A9DB07}" dt="2026-04-01T12:52:22.129" v="1262" actId="108"/>
          <ac:spMkLst>
            <pc:docMk/>
            <pc:sldMk cId="548221110" sldId="259"/>
            <ac:spMk id="122" creationId="{F59AF8C8-FFFB-F33D-6DAF-2A79F83D09E4}"/>
          </ac:spMkLst>
        </pc:spChg>
      </pc:sldChg>
      <pc:sldChg chg="addSp modSp new mod">
        <pc:chgData name="AMANDA PEREIRA DE OLIVEIRA" userId="4198336a-fd4a-4c78-8e7d-8963cd545ea2" providerId="ADAL" clId="{CC13D7B9-C24C-4670-80D8-8FF242A9DB07}" dt="2026-03-31T14:48:01.601" v="1061" actId="1076"/>
        <pc:sldMkLst>
          <pc:docMk/>
          <pc:sldMk cId="257936790" sldId="260"/>
        </pc:sldMkLst>
        <pc:spChg chg="add mod">
          <ac:chgData name="AMANDA PEREIRA DE OLIVEIRA" userId="4198336a-fd4a-4c78-8e7d-8963cd545ea2" providerId="ADAL" clId="{CC13D7B9-C24C-4670-80D8-8FF242A9DB07}" dt="2026-03-31T14:34:53.537" v="542" actId="1076"/>
          <ac:spMkLst>
            <pc:docMk/>
            <pc:sldMk cId="257936790" sldId="260"/>
            <ac:spMk id="2" creationId="{4AFDDBBC-4C2B-EE88-456A-9145493B3A15}"/>
          </ac:spMkLst>
        </pc:spChg>
        <pc:spChg chg="add mod">
          <ac:chgData name="AMANDA PEREIRA DE OLIVEIRA" userId="4198336a-fd4a-4c78-8e7d-8963cd545ea2" providerId="ADAL" clId="{CC13D7B9-C24C-4670-80D8-8FF242A9DB07}" dt="2026-03-31T14:36:46.646" v="631" actId="20577"/>
          <ac:spMkLst>
            <pc:docMk/>
            <pc:sldMk cId="257936790" sldId="260"/>
            <ac:spMk id="3" creationId="{B99B2E26-167E-C1F8-EB55-B830F07686BA}"/>
          </ac:spMkLst>
        </pc:spChg>
        <pc:spChg chg="add mod">
          <ac:chgData name="AMANDA PEREIRA DE OLIVEIRA" userId="4198336a-fd4a-4c78-8e7d-8963cd545ea2" providerId="ADAL" clId="{CC13D7B9-C24C-4670-80D8-8FF242A9DB07}" dt="2026-03-31T14:37:00.025" v="633" actId="1076"/>
          <ac:spMkLst>
            <pc:docMk/>
            <pc:sldMk cId="257936790" sldId="260"/>
            <ac:spMk id="4" creationId="{B99B2D64-6D15-E46C-0E20-D79FD87969F7}"/>
          </ac:spMkLst>
        </pc:spChg>
        <pc:spChg chg="add mod">
          <ac:chgData name="AMANDA PEREIRA DE OLIVEIRA" userId="4198336a-fd4a-4c78-8e7d-8963cd545ea2" providerId="ADAL" clId="{CC13D7B9-C24C-4670-80D8-8FF242A9DB07}" dt="2026-03-31T14:38:22.735" v="639" actId="1076"/>
          <ac:spMkLst>
            <pc:docMk/>
            <pc:sldMk cId="257936790" sldId="260"/>
            <ac:spMk id="5" creationId="{95B9D1DA-E92A-0EF6-D0C6-AE504B326B18}"/>
          </ac:spMkLst>
        </pc:spChg>
        <pc:spChg chg="add mod">
          <ac:chgData name="AMANDA PEREIRA DE OLIVEIRA" userId="4198336a-fd4a-4c78-8e7d-8963cd545ea2" providerId="ADAL" clId="{CC13D7B9-C24C-4670-80D8-8FF242A9DB07}" dt="2026-03-31T14:38:57.014" v="666" actId="1076"/>
          <ac:spMkLst>
            <pc:docMk/>
            <pc:sldMk cId="257936790" sldId="260"/>
            <ac:spMk id="6" creationId="{DD1B679B-5C00-0448-916B-059BF4D9F919}"/>
          </ac:spMkLst>
        </pc:spChg>
        <pc:spChg chg="add mod">
          <ac:chgData name="AMANDA PEREIRA DE OLIVEIRA" userId="4198336a-fd4a-4c78-8e7d-8963cd545ea2" providerId="ADAL" clId="{CC13D7B9-C24C-4670-80D8-8FF242A9DB07}" dt="2026-03-31T14:40:08.599" v="744" actId="1076"/>
          <ac:spMkLst>
            <pc:docMk/>
            <pc:sldMk cId="257936790" sldId="260"/>
            <ac:spMk id="7" creationId="{E22B25CA-ACB7-DEA2-14E6-2F0353566DD7}"/>
          </ac:spMkLst>
        </pc:spChg>
        <pc:spChg chg="add mod">
          <ac:chgData name="AMANDA PEREIRA DE OLIVEIRA" userId="4198336a-fd4a-4c78-8e7d-8963cd545ea2" providerId="ADAL" clId="{CC13D7B9-C24C-4670-80D8-8FF242A9DB07}" dt="2026-03-31T14:39:23.970" v="671" actId="1076"/>
          <ac:spMkLst>
            <pc:docMk/>
            <pc:sldMk cId="257936790" sldId="260"/>
            <ac:spMk id="8" creationId="{3260DD79-9551-6888-2B02-DD8175DE578A}"/>
          </ac:spMkLst>
        </pc:spChg>
        <pc:spChg chg="add mod">
          <ac:chgData name="AMANDA PEREIRA DE OLIVEIRA" userId="4198336a-fd4a-4c78-8e7d-8963cd545ea2" providerId="ADAL" clId="{CC13D7B9-C24C-4670-80D8-8FF242A9DB07}" dt="2026-03-31T14:39:30.601" v="674" actId="1076"/>
          <ac:spMkLst>
            <pc:docMk/>
            <pc:sldMk cId="257936790" sldId="260"/>
            <ac:spMk id="9" creationId="{6C754C9F-2DB6-DF93-BCFD-3D613739D132}"/>
          </ac:spMkLst>
        </pc:spChg>
        <pc:spChg chg="add mod">
          <ac:chgData name="AMANDA PEREIRA DE OLIVEIRA" userId="4198336a-fd4a-4c78-8e7d-8963cd545ea2" providerId="ADAL" clId="{CC13D7B9-C24C-4670-80D8-8FF242A9DB07}" dt="2026-03-31T14:40:03.516" v="743" actId="1076"/>
          <ac:spMkLst>
            <pc:docMk/>
            <pc:sldMk cId="257936790" sldId="260"/>
            <ac:spMk id="10" creationId="{29558731-C1F5-9E18-F4A8-1051C07867DA}"/>
          </ac:spMkLst>
        </pc:spChg>
        <pc:spChg chg="add mod">
          <ac:chgData name="AMANDA PEREIRA DE OLIVEIRA" userId="4198336a-fd4a-4c78-8e7d-8963cd545ea2" providerId="ADAL" clId="{CC13D7B9-C24C-4670-80D8-8FF242A9DB07}" dt="2026-03-31T14:41:26.600" v="751" actId="14100"/>
          <ac:spMkLst>
            <pc:docMk/>
            <pc:sldMk cId="257936790" sldId="260"/>
            <ac:spMk id="11" creationId="{4B8A4534-DB56-A079-9E8C-A214A04B0955}"/>
          </ac:spMkLst>
        </pc:spChg>
        <pc:spChg chg="add mod">
          <ac:chgData name="AMANDA PEREIRA DE OLIVEIRA" userId="4198336a-fd4a-4c78-8e7d-8963cd545ea2" providerId="ADAL" clId="{CC13D7B9-C24C-4670-80D8-8FF242A9DB07}" dt="2026-03-31T14:44:06.932" v="847" actId="1076"/>
          <ac:spMkLst>
            <pc:docMk/>
            <pc:sldMk cId="257936790" sldId="260"/>
            <ac:spMk id="12" creationId="{7CCE8E31-116B-A520-4678-4306476CBC33}"/>
          </ac:spMkLst>
        </pc:spChg>
        <pc:spChg chg="add mod">
          <ac:chgData name="AMANDA PEREIRA DE OLIVEIRA" userId="4198336a-fd4a-4c78-8e7d-8963cd545ea2" providerId="ADAL" clId="{CC13D7B9-C24C-4670-80D8-8FF242A9DB07}" dt="2026-03-31T14:44:59.513" v="853" actId="14100"/>
          <ac:spMkLst>
            <pc:docMk/>
            <pc:sldMk cId="257936790" sldId="260"/>
            <ac:spMk id="13" creationId="{B2DCBE1E-C70E-E54B-290B-153700F212F0}"/>
          </ac:spMkLst>
        </pc:spChg>
        <pc:spChg chg="add mod">
          <ac:chgData name="AMANDA PEREIRA DE OLIVEIRA" userId="4198336a-fd4a-4c78-8e7d-8963cd545ea2" providerId="ADAL" clId="{CC13D7B9-C24C-4670-80D8-8FF242A9DB07}" dt="2026-03-31T14:45:32.077" v="887" actId="1076"/>
          <ac:spMkLst>
            <pc:docMk/>
            <pc:sldMk cId="257936790" sldId="260"/>
            <ac:spMk id="14" creationId="{B9112441-BBC3-B478-5AFA-97EB7E37B2E6}"/>
          </ac:spMkLst>
        </pc:spChg>
        <pc:spChg chg="add mod">
          <ac:chgData name="AMANDA PEREIRA DE OLIVEIRA" userId="4198336a-fd4a-4c78-8e7d-8963cd545ea2" providerId="ADAL" clId="{CC13D7B9-C24C-4670-80D8-8FF242A9DB07}" dt="2026-03-31T14:45:49.242" v="889" actId="1076"/>
          <ac:spMkLst>
            <pc:docMk/>
            <pc:sldMk cId="257936790" sldId="260"/>
            <ac:spMk id="15" creationId="{884F65C1-9469-70D2-1FD2-B1A90FF6C7CF}"/>
          </ac:spMkLst>
        </pc:spChg>
        <pc:spChg chg="add mod">
          <ac:chgData name="AMANDA PEREIRA DE OLIVEIRA" userId="4198336a-fd4a-4c78-8e7d-8963cd545ea2" providerId="ADAL" clId="{CC13D7B9-C24C-4670-80D8-8FF242A9DB07}" dt="2026-03-31T14:46:34.706" v="989" actId="1076"/>
          <ac:spMkLst>
            <pc:docMk/>
            <pc:sldMk cId="257936790" sldId="260"/>
            <ac:spMk id="16" creationId="{3E353416-DC82-852F-9DC7-424830B54782}"/>
          </ac:spMkLst>
        </pc:spChg>
        <pc:spChg chg="add mod">
          <ac:chgData name="AMANDA PEREIRA DE OLIVEIRA" userId="4198336a-fd4a-4c78-8e7d-8963cd545ea2" providerId="ADAL" clId="{CC13D7B9-C24C-4670-80D8-8FF242A9DB07}" dt="2026-03-31T14:47:04.105" v="991" actId="1076"/>
          <ac:spMkLst>
            <pc:docMk/>
            <pc:sldMk cId="257936790" sldId="260"/>
            <ac:spMk id="17" creationId="{32CD4E63-61EE-6F94-6DB4-9D7CB8B3418A}"/>
          </ac:spMkLst>
        </pc:spChg>
        <pc:spChg chg="add mod">
          <ac:chgData name="AMANDA PEREIRA DE OLIVEIRA" userId="4198336a-fd4a-4c78-8e7d-8963cd545ea2" providerId="ADAL" clId="{CC13D7B9-C24C-4670-80D8-8FF242A9DB07}" dt="2026-03-31T14:48:01.601" v="1061" actId="1076"/>
          <ac:spMkLst>
            <pc:docMk/>
            <pc:sldMk cId="257936790" sldId="260"/>
            <ac:spMk id="18" creationId="{31F9FB43-3064-FE08-0B37-B34A28F19DE3}"/>
          </ac:spMkLst>
        </pc:spChg>
      </pc:sldChg>
      <pc:sldChg chg="new del">
        <pc:chgData name="AMANDA PEREIRA DE OLIVEIRA" userId="4198336a-fd4a-4c78-8e7d-8963cd545ea2" providerId="ADAL" clId="{CC13D7B9-C24C-4670-80D8-8FF242A9DB07}" dt="2026-03-31T14:34:43.165" v="539" actId="2696"/>
        <pc:sldMkLst>
          <pc:docMk/>
          <pc:sldMk cId="1252270468" sldId="260"/>
        </pc:sldMkLst>
      </pc:sldChg>
      <pc:sldChg chg="modSp add mod">
        <pc:chgData name="AMANDA PEREIRA DE OLIVEIRA" userId="4198336a-fd4a-4c78-8e7d-8963cd545ea2" providerId="ADAL" clId="{CC13D7B9-C24C-4670-80D8-8FF242A9DB07}" dt="2026-04-01T12:52:57.450" v="1267" actId="108"/>
        <pc:sldMkLst>
          <pc:docMk/>
          <pc:sldMk cId="2356107792" sldId="261"/>
        </pc:sldMkLst>
        <pc:spChg chg="mod">
          <ac:chgData name="AMANDA PEREIRA DE OLIVEIRA" userId="4198336a-fd4a-4c78-8e7d-8963cd545ea2" providerId="ADAL" clId="{CC13D7B9-C24C-4670-80D8-8FF242A9DB07}" dt="2026-04-01T12:52:57.450" v="1267" actId="108"/>
          <ac:spMkLst>
            <pc:docMk/>
            <pc:sldMk cId="2356107792" sldId="261"/>
            <ac:spMk id="122" creationId="{4A67659B-1AB1-893F-C256-4DD5AAD44CC6}"/>
          </ac:spMkLst>
        </pc:spChg>
      </pc:sldChg>
      <pc:sldMasterChg chg="delSldLayout">
        <pc:chgData name="AMANDA PEREIRA DE OLIVEIRA" userId="4198336a-fd4a-4c78-8e7d-8963cd545ea2" providerId="ADAL" clId="{CC13D7B9-C24C-4670-80D8-8FF242A9DB07}" dt="2026-03-31T14:34:43.165" v="539" actId="2696"/>
        <pc:sldMasterMkLst>
          <pc:docMk/>
          <pc:sldMasterMk cId="0" sldId="2147483648"/>
        </pc:sldMasterMkLst>
        <pc:sldLayoutChg chg="del">
          <pc:chgData name="AMANDA PEREIRA DE OLIVEIRA" userId="4198336a-fd4a-4c78-8e7d-8963cd545ea2" providerId="ADAL" clId="{CC13D7B9-C24C-4670-80D8-8FF242A9DB07}" dt="2026-03-31T14:34:43.165" v="539" actId="2696"/>
          <pc:sldLayoutMkLst>
            <pc:docMk/>
            <pc:sldMasterMk cId="0" sldId="2147483648"/>
            <pc:sldLayoutMk cId="0" sldId="2147483650"/>
          </pc:sldLayoutMkLst>
        </pc:sldLayoutChg>
      </pc:sldMasterChg>
    </pc:docChg>
  </pc:docChgLst>
  <pc:docChgLst>
    <pc:chgData name="AMANDA PEREIRA DE OLIVEIRA" userId="4198336a-fd4a-4c78-8e7d-8963cd545ea2" providerId="ADAL" clId="{6EB2B53D-D2E4-39FC-92D5-E6C81B0AC544}"/>
    <pc:docChg chg="undo custSel modSld">
      <pc:chgData name="AMANDA PEREIRA DE OLIVEIRA" userId="4198336a-fd4a-4c78-8e7d-8963cd545ea2" providerId="ADAL" clId="{6EB2B53D-D2E4-39FC-92D5-E6C81B0AC544}" dt="2026-03-31T20:38:43.132" v="272" actId="20577"/>
      <pc:docMkLst>
        <pc:docMk/>
      </pc:docMkLst>
      <pc:sldChg chg="modSp mod">
        <pc:chgData name="AMANDA PEREIRA DE OLIVEIRA" userId="4198336a-fd4a-4c78-8e7d-8963cd545ea2" providerId="ADAL" clId="{6EB2B53D-D2E4-39FC-92D5-E6C81B0AC544}" dt="2026-03-31T20:32:01.266" v="194" actId="14100"/>
        <pc:sldMkLst>
          <pc:docMk/>
          <pc:sldMk cId="0" sldId="257"/>
        </pc:sldMkLst>
        <pc:spChg chg="mod">
          <ac:chgData name="AMANDA PEREIRA DE OLIVEIRA" userId="4198336a-fd4a-4c78-8e7d-8963cd545ea2" providerId="ADAL" clId="{6EB2B53D-D2E4-39FC-92D5-E6C81B0AC544}" dt="2026-03-31T20:32:01.266" v="194" actId="14100"/>
          <ac:spMkLst>
            <pc:docMk/>
            <pc:sldMk cId="0" sldId="257"/>
            <ac:spMk id="15" creationId="{8E21EF9C-DEBA-D197-0C6B-B48823885BBF}"/>
          </ac:spMkLst>
        </pc:spChg>
      </pc:sldChg>
      <pc:sldChg chg="modSp mod">
        <pc:chgData name="AMANDA PEREIRA DE OLIVEIRA" userId="4198336a-fd4a-4c78-8e7d-8963cd545ea2" providerId="ADAL" clId="{6EB2B53D-D2E4-39FC-92D5-E6C81B0AC544}" dt="2026-03-31T20:38:43.132" v="272" actId="20577"/>
        <pc:sldMkLst>
          <pc:docMk/>
          <pc:sldMk cId="257936790" sldId="260"/>
        </pc:sldMkLst>
        <pc:spChg chg="mod">
          <ac:chgData name="AMANDA PEREIRA DE OLIVEIRA" userId="4198336a-fd4a-4c78-8e7d-8963cd545ea2" providerId="ADAL" clId="{6EB2B53D-D2E4-39FC-92D5-E6C81B0AC544}" dt="2026-03-31T20:38:43.132" v="272" actId="20577"/>
          <ac:spMkLst>
            <pc:docMk/>
            <pc:sldMk cId="257936790" sldId="260"/>
            <ac:spMk id="3" creationId="{B99B2E26-167E-C1F8-EB55-B830F07686BA}"/>
          </ac:spMkLst>
        </pc:spChg>
        <pc:spChg chg="mod">
          <ac:chgData name="AMANDA PEREIRA DE OLIVEIRA" userId="4198336a-fd4a-4c78-8e7d-8963cd545ea2" providerId="ADAL" clId="{6EB2B53D-D2E4-39FC-92D5-E6C81B0AC544}" dt="2026-03-31T20:30:21.498" v="152" actId="14100"/>
          <ac:spMkLst>
            <pc:docMk/>
            <pc:sldMk cId="257936790" sldId="260"/>
            <ac:spMk id="5" creationId="{95B9D1DA-E92A-0EF6-D0C6-AE504B326B18}"/>
          </ac:spMkLst>
        </pc:spChg>
        <pc:spChg chg="mod">
          <ac:chgData name="AMANDA PEREIRA DE OLIVEIRA" userId="4198336a-fd4a-4c78-8e7d-8963cd545ea2" providerId="ADAL" clId="{6EB2B53D-D2E4-39FC-92D5-E6C81B0AC544}" dt="2026-03-31T20:34:02.746" v="241" actId="20577"/>
          <ac:spMkLst>
            <pc:docMk/>
            <pc:sldMk cId="257936790" sldId="260"/>
            <ac:spMk id="7" creationId="{E22B25CA-ACB7-DEA2-14E6-2F0353566DD7}"/>
          </ac:spMkLst>
        </pc:spChg>
        <pc:spChg chg="mod">
          <ac:chgData name="AMANDA PEREIRA DE OLIVEIRA" userId="4198336a-fd4a-4c78-8e7d-8963cd545ea2" providerId="ADAL" clId="{6EB2B53D-D2E4-39FC-92D5-E6C81B0AC544}" dt="2026-03-31T20:33:59.382" v="238" actId="20577"/>
          <ac:spMkLst>
            <pc:docMk/>
            <pc:sldMk cId="257936790" sldId="260"/>
            <ac:spMk id="10" creationId="{29558731-C1F5-9E18-F4A8-1051C07867DA}"/>
          </ac:spMkLst>
        </pc:spChg>
        <pc:spChg chg="mod">
          <ac:chgData name="AMANDA PEREIRA DE OLIVEIRA" userId="4198336a-fd4a-4c78-8e7d-8963cd545ea2" providerId="ADAL" clId="{6EB2B53D-D2E4-39FC-92D5-E6C81B0AC544}" dt="2026-03-31T20:32:46.087" v="232" actId="14100"/>
          <ac:spMkLst>
            <pc:docMk/>
            <pc:sldMk cId="257936790" sldId="260"/>
            <ac:spMk id="12" creationId="{7CCE8E31-116B-A520-4678-4306476CBC33}"/>
          </ac:spMkLst>
        </pc:spChg>
        <pc:spChg chg="mod">
          <ac:chgData name="AMANDA PEREIRA DE OLIVEIRA" userId="4198336a-fd4a-4c78-8e7d-8963cd545ea2" providerId="ADAL" clId="{6EB2B53D-D2E4-39FC-92D5-E6C81B0AC544}" dt="2026-03-31T20:33:43.669" v="235" actId="20577"/>
          <ac:spMkLst>
            <pc:docMk/>
            <pc:sldMk cId="257936790" sldId="260"/>
            <ac:spMk id="14" creationId="{B9112441-BBC3-B478-5AFA-97EB7E37B2E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C92515C3-7BCE-4900-C0E6-B26AB015F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EEC5E8F6-DBAA-0211-8D31-8022FD4F73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:notes">
            <a:extLst>
              <a:ext uri="{FF2B5EF4-FFF2-40B4-BE49-F238E27FC236}">
                <a16:creationId xmlns:a16="http://schemas.microsoft.com/office/drawing/2014/main" id="{45C823D7-55AC-41E8-ACF4-BA9D434955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585299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F9820AE9-8537-9098-9B7E-E59DDC08B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ED529056-0854-7AB2-A122-E5FCD9B33B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:notes">
            <a:extLst>
              <a:ext uri="{FF2B5EF4-FFF2-40B4-BE49-F238E27FC236}">
                <a16:creationId xmlns:a16="http://schemas.microsoft.com/office/drawing/2014/main" id="{2E2F46BE-D00D-3C91-40EC-CF088489EF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119407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</p:txBody>
      </p:sp>
      <p:sp>
        <p:nvSpPr>
          <p:cNvPr id="120" name="Google Shape;12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>
          <a:extLst>
            <a:ext uri="{FF2B5EF4-FFF2-40B4-BE49-F238E27FC236}">
              <a16:creationId xmlns:a16="http://schemas.microsoft.com/office/drawing/2014/main" id="{BB04FBE9-B1FA-5B2B-0E9D-9E489E75E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">
            <a:extLst>
              <a:ext uri="{FF2B5EF4-FFF2-40B4-BE49-F238E27FC236}">
                <a16:creationId xmlns:a16="http://schemas.microsoft.com/office/drawing/2014/main" id="{F59AF8C8-FFFB-F33D-6DAF-2A79F83D09E4}"/>
              </a:ext>
            </a:extLst>
          </p:cNvPr>
          <p:cNvSpPr txBox="1"/>
          <p:nvPr/>
        </p:nvSpPr>
        <p:spPr>
          <a:xfrm>
            <a:off x="730063" y="120422"/>
            <a:ext cx="9029295" cy="4585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Pesquise: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fontAlgn="base"/>
            <a:r>
              <a:rPr lang="pt-BR" sz="1800" dirty="0"/>
              <a:t>O que é o SGBD?</a:t>
            </a:r>
            <a:r>
              <a:rPr lang="en-US" sz="1800" dirty="0"/>
              <a:t>​</a:t>
            </a:r>
          </a:p>
          <a:p>
            <a:pPr fontAlgn="base"/>
            <a:r>
              <a:rPr lang="en-US" sz="1600" dirty="0"/>
              <a:t>O SGBD </a:t>
            </a:r>
            <a:r>
              <a:rPr lang="pt-BR" sz="1600" dirty="0"/>
              <a:t>é um software que permite criar, manipular, organizar e gerenciar dados de forma estruturada e segura, agindo como intermediário entre o usuário e o armazenamento físico</a:t>
            </a:r>
            <a:r>
              <a:rPr lang="pt-BR" sz="1800" dirty="0"/>
              <a:t>.</a:t>
            </a:r>
          </a:p>
          <a:p>
            <a:pPr fontAlgn="base"/>
            <a:endParaRPr lang="en-US" sz="1800" dirty="0"/>
          </a:p>
          <a:p>
            <a:pPr fontAlgn="base"/>
            <a:r>
              <a:rPr lang="pt-BR" sz="1800" dirty="0"/>
              <a:t>Para que serve o SGBD?</a:t>
            </a:r>
            <a:r>
              <a:rPr lang="en-US" sz="1800" dirty="0"/>
              <a:t>​</a:t>
            </a:r>
          </a:p>
          <a:p>
            <a:pPr fontAlgn="base"/>
            <a:r>
              <a:rPr lang="en-US" sz="1600" dirty="0"/>
              <a:t>O </a:t>
            </a:r>
            <a:r>
              <a:rPr lang="en-US" sz="1600" dirty="0" err="1"/>
              <a:t>que</a:t>
            </a:r>
            <a:r>
              <a:rPr lang="en-US" sz="1600" dirty="0"/>
              <a:t> é o banco de dados e para </a:t>
            </a:r>
            <a:r>
              <a:rPr lang="en-US" sz="1600" dirty="0" err="1"/>
              <a:t>que</a:t>
            </a:r>
            <a:r>
              <a:rPr lang="en-US" sz="1600" dirty="0"/>
              <a:t> serve? </a:t>
            </a:r>
            <a:r>
              <a:rPr lang="pt-BR" sz="1600" dirty="0"/>
              <a:t>É uma coleção organizada de informações ou dados estruturados, armazenados eletronicamente em um sistema de computador, que permite fácil acesso, gerenciamento, atualização e exclusão de dados. Ele serve para armazenar informações de forma segura e eficiente, como cadastros de clientes.</a:t>
            </a:r>
          </a:p>
          <a:p>
            <a:pPr fontAlgn="base"/>
            <a:endParaRPr lang="en-US" sz="1800" dirty="0"/>
          </a:p>
          <a:p>
            <a:pPr fontAlgn="base"/>
            <a:r>
              <a:rPr lang="en-US" sz="1800" dirty="0"/>
              <a:t>O </a:t>
            </a:r>
            <a:r>
              <a:rPr lang="en-US" sz="1800" dirty="0" err="1"/>
              <a:t>que</a:t>
            </a:r>
            <a:r>
              <a:rPr lang="en-US" sz="1800" dirty="0"/>
              <a:t> é a </a:t>
            </a:r>
            <a:r>
              <a:rPr lang="en-US" sz="1800" dirty="0" err="1"/>
              <a:t>cardinalidade</a:t>
            </a:r>
            <a:r>
              <a:rPr lang="en-US" sz="1800" dirty="0"/>
              <a:t> do banco de dados?</a:t>
            </a:r>
          </a:p>
          <a:p>
            <a:pPr fontAlgn="base"/>
            <a:r>
              <a:rPr lang="pt-BR" sz="1600" dirty="0"/>
              <a:t>Define o número máximo de ocorrências em um relacionamento.</a:t>
            </a:r>
          </a:p>
          <a:p>
            <a:pPr fontAlgn="base"/>
            <a:br>
              <a:rPr lang="en-US" sz="1800" dirty="0"/>
            </a:br>
            <a:r>
              <a:rPr lang="en-US" sz="1800" dirty="0"/>
              <a:t>O </a:t>
            </a:r>
            <a:r>
              <a:rPr lang="en-US" sz="1800" dirty="0" err="1"/>
              <a:t>que</a:t>
            </a:r>
            <a:r>
              <a:rPr lang="en-US" sz="1800" dirty="0"/>
              <a:t> é o </a:t>
            </a:r>
            <a:r>
              <a:rPr lang="en-US" sz="1800" dirty="0" err="1"/>
              <a:t>autorelacionamento</a:t>
            </a:r>
            <a:r>
              <a:rPr lang="en-US" sz="1800" dirty="0"/>
              <a:t> no Banco de Dados?</a:t>
            </a:r>
          </a:p>
          <a:p>
            <a:pPr fontAlgn="base"/>
            <a:r>
              <a:rPr lang="pt-BR" sz="1600" dirty="0"/>
              <a:t>É quando uma entidade no banco de dados se relaciona consigo mesma.</a:t>
            </a:r>
          </a:p>
        </p:txBody>
      </p:sp>
    </p:spTree>
    <p:extLst>
      <p:ext uri="{BB962C8B-B14F-4D97-AF65-F5344CB8AC3E}">
        <p14:creationId xmlns:p14="http://schemas.microsoft.com/office/powerpoint/2010/main" val="548221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>
          <a:extLst>
            <a:ext uri="{FF2B5EF4-FFF2-40B4-BE49-F238E27FC236}">
              <a16:creationId xmlns:a16="http://schemas.microsoft.com/office/drawing/2014/main" id="{3A30FB01-EEFD-E6A4-0A5A-2EE46C929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">
            <a:extLst>
              <a:ext uri="{FF2B5EF4-FFF2-40B4-BE49-F238E27FC236}">
                <a16:creationId xmlns:a16="http://schemas.microsoft.com/office/drawing/2014/main" id="{4A67659B-1AB1-893F-C256-4DD5AAD44CC6}"/>
              </a:ext>
            </a:extLst>
          </p:cNvPr>
          <p:cNvSpPr txBox="1"/>
          <p:nvPr/>
        </p:nvSpPr>
        <p:spPr>
          <a:xfrm>
            <a:off x="763929" y="567160"/>
            <a:ext cx="9029295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fontAlgn="base"/>
            <a:r>
              <a:rPr lang="en-US" sz="1800" dirty="0"/>
              <a:t>Para </a:t>
            </a:r>
            <a:r>
              <a:rPr lang="en-US" sz="1800" dirty="0" err="1"/>
              <a:t>que</a:t>
            </a:r>
            <a:r>
              <a:rPr lang="en-US" sz="1800" dirty="0"/>
              <a:t> serve o Modelo de </a:t>
            </a:r>
            <a:r>
              <a:rPr lang="en-US" sz="1800" dirty="0" err="1"/>
              <a:t>Entidade</a:t>
            </a:r>
            <a:r>
              <a:rPr lang="en-US" sz="1800" dirty="0"/>
              <a:t> e </a:t>
            </a:r>
            <a:r>
              <a:rPr lang="en-US" sz="1800" dirty="0" err="1"/>
              <a:t>Relacionamento</a:t>
            </a:r>
            <a:r>
              <a:rPr lang="en-US" sz="1800" dirty="0"/>
              <a:t>?</a:t>
            </a:r>
          </a:p>
          <a:p>
            <a:pPr fontAlgn="base"/>
            <a:r>
              <a:rPr lang="pt-BR" sz="1600" dirty="0"/>
              <a:t>Serve para mapear, organizar e estruturar dados de um sistema antes que eles sejam efetivamente implementados.</a:t>
            </a:r>
          </a:p>
          <a:p>
            <a:pPr fontAlgn="base"/>
            <a:endParaRPr lang="en-US" sz="1800" dirty="0"/>
          </a:p>
          <a:p>
            <a:pPr fontAlgn="base"/>
            <a:r>
              <a:rPr lang="en-US" sz="1800" dirty="0" err="1"/>
              <a:t>Porque</a:t>
            </a:r>
            <a:r>
              <a:rPr lang="en-US" sz="1800" dirty="0"/>
              <a:t> </a:t>
            </a:r>
            <a:r>
              <a:rPr lang="en-US" sz="1800" dirty="0" err="1"/>
              <a:t>devemos</a:t>
            </a:r>
            <a:r>
              <a:rPr lang="en-US" sz="1800" dirty="0"/>
              <a:t> </a:t>
            </a:r>
            <a:r>
              <a:rPr lang="en-US" sz="1800" dirty="0" err="1"/>
              <a:t>desenvolver</a:t>
            </a:r>
            <a:r>
              <a:rPr lang="en-US" sz="1800" dirty="0"/>
              <a:t> </a:t>
            </a:r>
            <a:r>
              <a:rPr lang="en-US" sz="1800" dirty="0" err="1"/>
              <a:t>uma</a:t>
            </a:r>
            <a:r>
              <a:rPr lang="en-US" sz="1800" dirty="0"/>
              <a:t> </a:t>
            </a:r>
            <a:r>
              <a:rPr lang="en-US" sz="1800" dirty="0" err="1"/>
              <a:t>modelagem</a:t>
            </a:r>
            <a:r>
              <a:rPr lang="en-US" sz="1800" dirty="0"/>
              <a:t> de banco de dados </a:t>
            </a:r>
            <a:r>
              <a:rPr lang="en-US" sz="1800" dirty="0" err="1"/>
              <a:t>conceitual</a:t>
            </a:r>
            <a:r>
              <a:rPr lang="en-US" sz="1800" dirty="0"/>
              <a:t>, antes de </a:t>
            </a:r>
            <a:r>
              <a:rPr lang="en-US" sz="1800" dirty="0" err="1"/>
              <a:t>criar</a:t>
            </a:r>
            <a:r>
              <a:rPr lang="en-US" sz="1800" dirty="0"/>
              <a:t> o banco de dados?</a:t>
            </a:r>
          </a:p>
          <a:p>
            <a:pPr fontAlgn="base"/>
            <a:r>
              <a:rPr lang="pt-BR" sz="1600" dirty="0"/>
              <a:t>Para garantir a qualidade, integridade e eficiência do sistema antes da implementação física.</a:t>
            </a:r>
          </a:p>
          <a:p>
            <a:pPr fontAlgn="base"/>
            <a:br>
              <a:rPr lang="en-US" sz="1600" dirty="0"/>
            </a:br>
            <a:r>
              <a:rPr lang="en-US" sz="1800" dirty="0"/>
              <a:t>O </a:t>
            </a:r>
            <a:r>
              <a:rPr lang="en-US" sz="1800" dirty="0" err="1"/>
              <a:t>que</a:t>
            </a:r>
            <a:r>
              <a:rPr lang="en-US" sz="1800" dirty="0"/>
              <a:t> </a:t>
            </a:r>
            <a:r>
              <a:rPr lang="en-US" sz="1800" dirty="0" err="1"/>
              <a:t>são</a:t>
            </a:r>
            <a:r>
              <a:rPr lang="en-US" sz="1800" dirty="0"/>
              <a:t> </a:t>
            </a:r>
            <a:r>
              <a:rPr lang="en-US" sz="1800" dirty="0" err="1"/>
              <a:t>entidades</a:t>
            </a:r>
            <a:r>
              <a:rPr lang="en-US" sz="1800" dirty="0"/>
              <a:t> e </a:t>
            </a:r>
            <a:r>
              <a:rPr lang="en-US" sz="1800" dirty="0" err="1"/>
              <a:t>atributos</a:t>
            </a:r>
            <a:r>
              <a:rPr lang="en-US" sz="1800" dirty="0"/>
              <a:t> </a:t>
            </a:r>
            <a:r>
              <a:rPr lang="en-US" sz="1800" dirty="0" err="1"/>
              <a:t>em</a:t>
            </a:r>
            <a:r>
              <a:rPr lang="en-US" sz="1800" dirty="0"/>
              <a:t> </a:t>
            </a:r>
            <a:r>
              <a:rPr lang="en-US" sz="1800" dirty="0" err="1"/>
              <a:t>uma</a:t>
            </a:r>
            <a:r>
              <a:rPr lang="en-US" sz="1800" dirty="0"/>
              <a:t> </a:t>
            </a:r>
            <a:r>
              <a:rPr lang="en-US" sz="1800" dirty="0" err="1"/>
              <a:t>modelagem</a:t>
            </a:r>
            <a:r>
              <a:rPr lang="en-US" sz="1800" dirty="0"/>
              <a:t> </a:t>
            </a:r>
            <a:r>
              <a:rPr lang="en-US" sz="1800" dirty="0" err="1"/>
              <a:t>conceitual</a:t>
            </a:r>
            <a:r>
              <a:rPr lang="en-US" sz="1800" dirty="0"/>
              <a:t>?</a:t>
            </a:r>
          </a:p>
          <a:p>
            <a:pPr fontAlgn="base"/>
            <a:r>
              <a:rPr lang="pt-BR" sz="1600" dirty="0"/>
              <a:t>Entidades são objetos ou conceitos do mundo real sobre os quais se deseja armazenar dados, atributos propriedades, características ou qualidades que descrevem e detalham uma entidade ou relacionamento.</a:t>
            </a:r>
          </a:p>
          <a:p>
            <a:pPr fontAlgn="base"/>
            <a:endParaRPr lang="en-US" sz="1600" dirty="0"/>
          </a:p>
          <a:p>
            <a:pPr fontAlgn="base"/>
            <a:r>
              <a:rPr lang="en-US" sz="1800" dirty="0"/>
              <a:t>Qual a </a:t>
            </a:r>
            <a:r>
              <a:rPr lang="en-US" sz="1800" dirty="0" err="1"/>
              <a:t>diferença</a:t>
            </a:r>
            <a:r>
              <a:rPr lang="en-US" sz="1800" dirty="0"/>
              <a:t> de um </a:t>
            </a:r>
            <a:r>
              <a:rPr lang="en-US" sz="1800" dirty="0" err="1"/>
              <a:t>atributo</a:t>
            </a:r>
            <a:r>
              <a:rPr lang="en-US" sz="1800" dirty="0"/>
              <a:t> </a:t>
            </a:r>
            <a:r>
              <a:rPr lang="en-US" sz="1800" dirty="0" err="1"/>
              <a:t>determinante</a:t>
            </a:r>
            <a:r>
              <a:rPr lang="en-US" sz="1800" dirty="0"/>
              <a:t> para um simples?</a:t>
            </a:r>
          </a:p>
          <a:p>
            <a:pPr fontAlgn="base"/>
            <a:r>
              <a:rPr lang="pt-BR" sz="1600" dirty="0"/>
              <a:t>O atributo determinante identifica de forma única uma entidade, o que significa que seus valores não podem se repetir e não podem ser nulos. O atributo simples é uma característica básica da entidade que não possui características especiais e não pode ser dividido em partes menores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56107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763929" y="567160"/>
            <a:ext cx="10370916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Observe o Modelo de Entidade-Relacionamento abaixo e crie um Dicionário de Dados conforme o primeiro exemplo dado, explicando o significado de cada uma das formas apresentadas.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1131492" y="2297572"/>
            <a:ext cx="182435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Código Departamento</a:t>
            </a:r>
            <a:endParaRPr dirty="0"/>
          </a:p>
        </p:txBody>
      </p:sp>
      <p:sp>
        <p:nvSpPr>
          <p:cNvPr id="86" name="Google Shape;86;p1"/>
          <p:cNvSpPr/>
          <p:nvPr/>
        </p:nvSpPr>
        <p:spPr>
          <a:xfrm>
            <a:off x="1262178" y="3444950"/>
            <a:ext cx="1562986" cy="41598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Departamento</a:t>
            </a:r>
            <a:endParaRPr dirty="0"/>
          </a:p>
        </p:txBody>
      </p:sp>
      <p:cxnSp>
        <p:nvCxnSpPr>
          <p:cNvPr id="87" name="Google Shape;87;p1"/>
          <p:cNvCxnSpPr>
            <a:endCxn id="86" idx="0"/>
          </p:cNvCxnSpPr>
          <p:nvPr/>
        </p:nvCxnSpPr>
        <p:spPr>
          <a:xfrm>
            <a:off x="2043671" y="2881550"/>
            <a:ext cx="0" cy="563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8" name="Google Shape;88;p1"/>
          <p:cNvCxnSpPr/>
          <p:nvPr/>
        </p:nvCxnSpPr>
        <p:spPr>
          <a:xfrm>
            <a:off x="2632005" y="3860934"/>
            <a:ext cx="0" cy="253866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9" name="Google Shape;89;p1"/>
          <p:cNvSpPr txBox="1"/>
          <p:nvPr/>
        </p:nvSpPr>
        <p:spPr>
          <a:xfrm>
            <a:off x="1719826" y="3985650"/>
            <a:ext cx="182435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Nome Departamento</a:t>
            </a:r>
            <a:endParaRPr dirty="0"/>
          </a:p>
        </p:txBody>
      </p:sp>
      <p:cxnSp>
        <p:nvCxnSpPr>
          <p:cNvPr id="90" name="Google Shape;90;p1"/>
          <p:cNvCxnSpPr>
            <a:endCxn id="86" idx="3"/>
          </p:cNvCxnSpPr>
          <p:nvPr/>
        </p:nvCxnSpPr>
        <p:spPr>
          <a:xfrm rot="10800000">
            <a:off x="2825164" y="3652942"/>
            <a:ext cx="7191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1" name="Google Shape;91;p1"/>
          <p:cNvSpPr/>
          <p:nvPr/>
        </p:nvSpPr>
        <p:spPr>
          <a:xfrm>
            <a:off x="3544184" y="3036913"/>
            <a:ext cx="1537596" cy="1232058"/>
          </a:xfrm>
          <a:prstGeom prst="diamond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Alocado</a:t>
            </a:r>
            <a:endParaRPr dirty="0"/>
          </a:p>
        </p:txBody>
      </p:sp>
      <p:cxnSp>
        <p:nvCxnSpPr>
          <p:cNvPr id="92" name="Google Shape;92;p1"/>
          <p:cNvCxnSpPr/>
          <p:nvPr/>
        </p:nvCxnSpPr>
        <p:spPr>
          <a:xfrm rot="10800000">
            <a:off x="5092413" y="3642309"/>
            <a:ext cx="7190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3" name="Google Shape;93;p1"/>
          <p:cNvSpPr/>
          <p:nvPr/>
        </p:nvSpPr>
        <p:spPr>
          <a:xfrm>
            <a:off x="5800800" y="3444950"/>
            <a:ext cx="1562986" cy="41598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Funcionário</a:t>
            </a:r>
            <a:endParaRPr dirty="0"/>
          </a:p>
        </p:txBody>
      </p:sp>
      <p:sp>
        <p:nvSpPr>
          <p:cNvPr id="94" name="Google Shape;94;p1"/>
          <p:cNvSpPr txBox="1"/>
          <p:nvPr/>
        </p:nvSpPr>
        <p:spPr>
          <a:xfrm>
            <a:off x="2825164" y="3273931"/>
            <a:ext cx="35471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5503243" y="3244895"/>
            <a:ext cx="35471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/>
          </a:p>
        </p:txBody>
      </p:sp>
      <p:cxnSp>
        <p:nvCxnSpPr>
          <p:cNvPr id="96" name="Google Shape;96;p1"/>
          <p:cNvCxnSpPr/>
          <p:nvPr/>
        </p:nvCxnSpPr>
        <p:spPr>
          <a:xfrm>
            <a:off x="6588057" y="2881423"/>
            <a:ext cx="0" cy="563527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7" name="Google Shape;97;p1"/>
          <p:cNvSpPr txBox="1"/>
          <p:nvPr/>
        </p:nvSpPr>
        <p:spPr>
          <a:xfrm>
            <a:off x="5670188" y="2197544"/>
            <a:ext cx="182435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Nome Funcionário</a:t>
            </a:r>
            <a:endParaRPr dirty="0"/>
          </a:p>
        </p:txBody>
      </p:sp>
      <p:cxnSp>
        <p:nvCxnSpPr>
          <p:cNvPr id="98" name="Google Shape;98;p1"/>
          <p:cNvCxnSpPr/>
          <p:nvPr/>
        </p:nvCxnSpPr>
        <p:spPr>
          <a:xfrm rot="10800000">
            <a:off x="7363786" y="3642309"/>
            <a:ext cx="7190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9" name="Google Shape;99;p1"/>
          <p:cNvCxnSpPr/>
          <p:nvPr/>
        </p:nvCxnSpPr>
        <p:spPr>
          <a:xfrm>
            <a:off x="6560443" y="3860934"/>
            <a:ext cx="0" cy="563527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0" name="Google Shape;100;p1"/>
          <p:cNvSpPr txBox="1"/>
          <p:nvPr/>
        </p:nvSpPr>
        <p:spPr>
          <a:xfrm>
            <a:off x="7796177" y="3329776"/>
            <a:ext cx="182435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Número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Identificação</a:t>
            </a:r>
            <a:endParaRPr dirty="0"/>
          </a:p>
        </p:txBody>
      </p:sp>
      <p:cxnSp>
        <p:nvCxnSpPr>
          <p:cNvPr id="101" name="Google Shape;101;p1"/>
          <p:cNvCxnSpPr/>
          <p:nvPr/>
        </p:nvCxnSpPr>
        <p:spPr>
          <a:xfrm>
            <a:off x="7250820" y="3860934"/>
            <a:ext cx="472476" cy="408037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2" name="Google Shape;102;p1"/>
          <p:cNvSpPr txBox="1"/>
          <p:nvPr/>
        </p:nvSpPr>
        <p:spPr>
          <a:xfrm>
            <a:off x="7363786" y="4099966"/>
            <a:ext cx="182435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*Telefone</a:t>
            </a:r>
            <a:endParaRPr dirty="0"/>
          </a:p>
        </p:txBody>
      </p:sp>
      <p:sp>
        <p:nvSpPr>
          <p:cNvPr id="103" name="Google Shape;103;p1"/>
          <p:cNvSpPr/>
          <p:nvPr/>
        </p:nvSpPr>
        <p:spPr>
          <a:xfrm rot="10800000">
            <a:off x="6258599" y="4421563"/>
            <a:ext cx="603687" cy="431727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" name="Google Shape;104;p1"/>
          <p:cNvCxnSpPr/>
          <p:nvPr/>
        </p:nvCxnSpPr>
        <p:spPr>
          <a:xfrm flipH="1">
            <a:off x="5741796" y="4631977"/>
            <a:ext cx="652500" cy="668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5" name="Google Shape;105;p1"/>
          <p:cNvCxnSpPr/>
          <p:nvPr/>
        </p:nvCxnSpPr>
        <p:spPr>
          <a:xfrm>
            <a:off x="6695264" y="4649676"/>
            <a:ext cx="668522" cy="65597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6" name="Google Shape;106;p1"/>
          <p:cNvSpPr/>
          <p:nvPr/>
        </p:nvSpPr>
        <p:spPr>
          <a:xfrm>
            <a:off x="6713053" y="5288223"/>
            <a:ext cx="1562986" cy="55748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Contratados</a:t>
            </a:r>
            <a:endParaRPr dirty="0"/>
          </a:p>
        </p:txBody>
      </p:sp>
      <p:sp>
        <p:nvSpPr>
          <p:cNvPr id="107" name="Google Shape;107;p1"/>
          <p:cNvSpPr/>
          <p:nvPr/>
        </p:nvSpPr>
        <p:spPr>
          <a:xfrm>
            <a:off x="4914085" y="5275696"/>
            <a:ext cx="1537596" cy="57001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Prestadores de Serviço</a:t>
            </a:r>
            <a:endParaRPr/>
          </a:p>
        </p:txBody>
      </p:sp>
      <p:sp>
        <p:nvSpPr>
          <p:cNvPr id="108" name="Google Shape;108;p1"/>
          <p:cNvSpPr/>
          <p:nvPr/>
        </p:nvSpPr>
        <p:spPr>
          <a:xfrm>
            <a:off x="2657468" y="4937802"/>
            <a:ext cx="1753707" cy="1232058"/>
          </a:xfrm>
          <a:prstGeom prst="diamond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Gerência</a:t>
            </a:r>
            <a:endParaRPr dirty="0"/>
          </a:p>
        </p:txBody>
      </p:sp>
      <p:cxnSp>
        <p:nvCxnSpPr>
          <p:cNvPr id="109" name="Google Shape;109;p1"/>
          <p:cNvCxnSpPr>
            <a:cxnSpLocks/>
            <a:endCxn id="108" idx="3"/>
          </p:cNvCxnSpPr>
          <p:nvPr/>
        </p:nvCxnSpPr>
        <p:spPr>
          <a:xfrm flipH="1" flipV="1">
            <a:off x="4411175" y="5553831"/>
            <a:ext cx="502942" cy="6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0" name="Google Shape;110;p1"/>
          <p:cNvCxnSpPr/>
          <p:nvPr/>
        </p:nvCxnSpPr>
        <p:spPr>
          <a:xfrm rot="10800000">
            <a:off x="1938449" y="5553831"/>
            <a:ext cx="7190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1" name="Google Shape;111;p1"/>
          <p:cNvSpPr/>
          <p:nvPr/>
        </p:nvSpPr>
        <p:spPr>
          <a:xfrm>
            <a:off x="388635" y="5268824"/>
            <a:ext cx="1537596" cy="102201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Empresas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Prestadoras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Serviços</a:t>
            </a:r>
            <a:endParaRPr/>
          </a:p>
        </p:txBody>
      </p:sp>
      <p:sp>
        <p:nvSpPr>
          <p:cNvPr id="112" name="Google Shape;112;p1"/>
          <p:cNvSpPr txBox="1"/>
          <p:nvPr/>
        </p:nvSpPr>
        <p:spPr>
          <a:xfrm>
            <a:off x="219313" y="4380213"/>
            <a:ext cx="182435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Código</a:t>
            </a:r>
            <a:endParaRPr dirty="0"/>
          </a:p>
        </p:txBody>
      </p:sp>
      <p:cxnSp>
        <p:nvCxnSpPr>
          <p:cNvPr id="113" name="Google Shape;113;p1"/>
          <p:cNvCxnSpPr/>
          <p:nvPr/>
        </p:nvCxnSpPr>
        <p:spPr>
          <a:xfrm>
            <a:off x="1094409" y="4722533"/>
            <a:ext cx="0" cy="563527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4" name="Google Shape;114;p1"/>
          <p:cNvSpPr txBox="1"/>
          <p:nvPr/>
        </p:nvSpPr>
        <p:spPr>
          <a:xfrm>
            <a:off x="1000806" y="6414188"/>
            <a:ext cx="182435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Nome Empresas</a:t>
            </a:r>
            <a:endParaRPr dirty="0"/>
          </a:p>
        </p:txBody>
      </p:sp>
      <p:cxnSp>
        <p:nvCxnSpPr>
          <p:cNvPr id="115" name="Google Shape;115;p1"/>
          <p:cNvCxnSpPr/>
          <p:nvPr/>
        </p:nvCxnSpPr>
        <p:spPr>
          <a:xfrm>
            <a:off x="1722626" y="6290840"/>
            <a:ext cx="0" cy="216286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6" name="Google Shape;116;p1"/>
          <p:cNvSpPr txBox="1"/>
          <p:nvPr/>
        </p:nvSpPr>
        <p:spPr>
          <a:xfrm>
            <a:off x="1858851" y="5160592"/>
            <a:ext cx="35471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17" name="Google Shape;117;p1"/>
          <p:cNvSpPr txBox="1"/>
          <p:nvPr/>
        </p:nvSpPr>
        <p:spPr>
          <a:xfrm>
            <a:off x="4559350" y="5177858"/>
            <a:ext cx="354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"/>
          <p:cNvSpPr txBox="1"/>
          <p:nvPr/>
        </p:nvSpPr>
        <p:spPr>
          <a:xfrm>
            <a:off x="763929" y="567160"/>
            <a:ext cx="1037091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Resposta:</a:t>
            </a:r>
            <a:endParaRPr/>
          </a:p>
        </p:txBody>
      </p:sp>
      <p:sp>
        <p:nvSpPr>
          <p:cNvPr id="123" name="Google Shape;123;p2"/>
          <p:cNvSpPr txBox="1"/>
          <p:nvPr/>
        </p:nvSpPr>
        <p:spPr>
          <a:xfrm>
            <a:off x="763929" y="1932547"/>
            <a:ext cx="182435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Código Departamento</a:t>
            </a:r>
            <a:endParaRPr dirty="0"/>
          </a:p>
        </p:txBody>
      </p:sp>
      <p:sp>
        <p:nvSpPr>
          <p:cNvPr id="124" name="Google Shape;124;p2"/>
          <p:cNvSpPr txBox="1"/>
          <p:nvPr/>
        </p:nvSpPr>
        <p:spPr>
          <a:xfrm>
            <a:off x="3700344" y="2057260"/>
            <a:ext cx="598612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Atributo Determinante da Entidade Departamento, ele é único</a:t>
            </a:r>
            <a:endParaRPr dirty="0"/>
          </a:p>
        </p:txBody>
      </p:sp>
      <p:sp>
        <p:nvSpPr>
          <p:cNvPr id="125" name="Google Shape;125;p2"/>
          <p:cNvSpPr/>
          <p:nvPr/>
        </p:nvSpPr>
        <p:spPr>
          <a:xfrm>
            <a:off x="2732567" y="2071046"/>
            <a:ext cx="659219" cy="369332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24;p2">
            <a:extLst>
              <a:ext uri="{FF2B5EF4-FFF2-40B4-BE49-F238E27FC236}">
                <a16:creationId xmlns:a16="http://schemas.microsoft.com/office/drawing/2014/main" id="{DE94C3A6-CB94-4FAB-0EC2-301D13617E1F}"/>
              </a:ext>
            </a:extLst>
          </p:cNvPr>
          <p:cNvSpPr txBox="1"/>
          <p:nvPr/>
        </p:nvSpPr>
        <p:spPr>
          <a:xfrm>
            <a:off x="3700343" y="2905800"/>
            <a:ext cx="5986129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Entidade Departamento</a:t>
            </a:r>
            <a:endParaRPr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3ABC3E8-6925-02FE-4EF9-259C25DB2D05}"/>
              </a:ext>
            </a:extLst>
          </p:cNvPr>
          <p:cNvSpPr txBox="1"/>
          <p:nvPr/>
        </p:nvSpPr>
        <p:spPr>
          <a:xfrm>
            <a:off x="-108722" y="2905800"/>
            <a:ext cx="3569660" cy="307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Departamento</a:t>
            </a:r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3D143D5-4037-9C90-AC7C-9DAAC1772547}"/>
              </a:ext>
            </a:extLst>
          </p:cNvPr>
          <p:cNvSpPr txBox="1"/>
          <p:nvPr/>
        </p:nvSpPr>
        <p:spPr>
          <a:xfrm>
            <a:off x="-50569" y="3429000"/>
            <a:ext cx="3453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Nome Departamento</a:t>
            </a:r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7657D26-7A56-C569-D7E0-E16F85B12C81}"/>
              </a:ext>
            </a:extLst>
          </p:cNvPr>
          <p:cNvSpPr txBox="1"/>
          <p:nvPr/>
        </p:nvSpPr>
        <p:spPr>
          <a:xfrm>
            <a:off x="2331613" y="3428999"/>
            <a:ext cx="61521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Atributo Simples da Entidade Departamento</a:t>
            </a:r>
            <a:endParaRPr lang="pt-BR" dirty="0"/>
          </a:p>
        </p:txBody>
      </p:sp>
      <p:sp>
        <p:nvSpPr>
          <p:cNvPr id="14" name="Google Shape;91;p1">
            <a:extLst>
              <a:ext uri="{FF2B5EF4-FFF2-40B4-BE49-F238E27FC236}">
                <a16:creationId xmlns:a16="http://schemas.microsoft.com/office/drawing/2014/main" id="{30963E0C-AC76-57A3-1B2B-C060E900640C}"/>
              </a:ext>
            </a:extLst>
          </p:cNvPr>
          <p:cNvSpPr/>
          <p:nvPr/>
        </p:nvSpPr>
        <p:spPr>
          <a:xfrm>
            <a:off x="907310" y="3806896"/>
            <a:ext cx="1547132" cy="786944"/>
          </a:xfrm>
          <a:prstGeom prst="diamond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Alocado</a:t>
            </a:r>
            <a:endParaRPr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E21EF9C-DEBA-D197-0C6B-B48823885BBF}"/>
              </a:ext>
            </a:extLst>
          </p:cNvPr>
          <p:cNvSpPr txBox="1"/>
          <p:nvPr/>
        </p:nvSpPr>
        <p:spPr>
          <a:xfrm>
            <a:off x="3391786" y="4037654"/>
            <a:ext cx="70534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Relação um para vários (1,N) da Entidade Departamento com a Entidade Funcionário </a:t>
            </a:r>
          </a:p>
        </p:txBody>
      </p:sp>
      <p:sp>
        <p:nvSpPr>
          <p:cNvPr id="16" name="Google Shape;93;p1">
            <a:extLst>
              <a:ext uri="{FF2B5EF4-FFF2-40B4-BE49-F238E27FC236}">
                <a16:creationId xmlns:a16="http://schemas.microsoft.com/office/drawing/2014/main" id="{11FE861E-48F2-BC84-F736-9E3E6861FB70}"/>
              </a:ext>
            </a:extLst>
          </p:cNvPr>
          <p:cNvSpPr/>
          <p:nvPr/>
        </p:nvSpPr>
        <p:spPr>
          <a:xfrm>
            <a:off x="907310" y="4845748"/>
            <a:ext cx="1562986" cy="41598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Funcionário</a:t>
            </a:r>
            <a:endParaRPr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C21AF24-7085-25BE-81A7-84BE57C9CC66}"/>
              </a:ext>
            </a:extLst>
          </p:cNvPr>
          <p:cNvSpPr txBox="1"/>
          <p:nvPr/>
        </p:nvSpPr>
        <p:spPr>
          <a:xfrm>
            <a:off x="1498818" y="4899851"/>
            <a:ext cx="61521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Entidade Funcionário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04FC720-6AA8-1CD9-520F-E67A873B98AF}"/>
              </a:ext>
            </a:extLst>
          </p:cNvPr>
          <p:cNvSpPr txBox="1"/>
          <p:nvPr/>
        </p:nvSpPr>
        <p:spPr>
          <a:xfrm>
            <a:off x="-1387270" y="5508374"/>
            <a:ext cx="61521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Nome Funcionário</a:t>
            </a:r>
            <a:endParaRPr lang="pt-BR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763E5EEA-96C7-03A7-D744-0BC84D89812C}"/>
              </a:ext>
            </a:extLst>
          </p:cNvPr>
          <p:cNvSpPr txBox="1"/>
          <p:nvPr/>
        </p:nvSpPr>
        <p:spPr>
          <a:xfrm>
            <a:off x="1868905" y="5508373"/>
            <a:ext cx="6785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Atributo Simples da Entidade Funcionário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B48DB05C-80A9-0868-C105-D99F2203B376}"/>
              </a:ext>
            </a:extLst>
          </p:cNvPr>
          <p:cNvSpPr txBox="1"/>
          <p:nvPr/>
        </p:nvSpPr>
        <p:spPr>
          <a:xfrm>
            <a:off x="-1716797" y="5901453"/>
            <a:ext cx="67858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Número </a:t>
            </a:r>
            <a:endParaRPr lang="pt-BR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Identificação</a:t>
            </a:r>
            <a:endParaRPr lang="pt-BR" dirty="0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5D62E7AD-1394-9ACF-1F9A-FF0DC7B32321}"/>
              </a:ext>
            </a:extLst>
          </p:cNvPr>
          <p:cNvSpPr txBox="1"/>
          <p:nvPr/>
        </p:nvSpPr>
        <p:spPr>
          <a:xfrm>
            <a:off x="2331613" y="5983061"/>
            <a:ext cx="69542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Atributo Determinante da Entidade Funcionário, é único</a:t>
            </a:r>
            <a:endParaRPr lang="pt-B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2;p1">
            <a:extLst>
              <a:ext uri="{FF2B5EF4-FFF2-40B4-BE49-F238E27FC236}">
                <a16:creationId xmlns:a16="http://schemas.microsoft.com/office/drawing/2014/main" id="{4AFDDBBC-4C2B-EE88-456A-9145493B3A15}"/>
              </a:ext>
            </a:extLst>
          </p:cNvPr>
          <p:cNvSpPr txBox="1"/>
          <p:nvPr/>
        </p:nvSpPr>
        <p:spPr>
          <a:xfrm>
            <a:off x="0" y="297988"/>
            <a:ext cx="182435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*Telefone</a:t>
            </a:r>
            <a:endParaRPr dirty="0"/>
          </a:p>
        </p:txBody>
      </p:sp>
      <p:sp>
        <p:nvSpPr>
          <p:cNvPr id="3" name="Google Shape;102;p1">
            <a:extLst>
              <a:ext uri="{FF2B5EF4-FFF2-40B4-BE49-F238E27FC236}">
                <a16:creationId xmlns:a16="http://schemas.microsoft.com/office/drawing/2014/main" id="{B99B2E26-167E-C1F8-EB55-B830F07686BA}"/>
              </a:ext>
            </a:extLst>
          </p:cNvPr>
          <p:cNvSpPr txBox="1"/>
          <p:nvPr/>
        </p:nvSpPr>
        <p:spPr>
          <a:xfrm>
            <a:off x="1428206" y="298029"/>
            <a:ext cx="5149056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Atributo 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Multivalorado</a:t>
            </a:r>
            <a:r>
              <a:rPr lang="pt-B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 Entidade Funcionário</a:t>
            </a:r>
            <a:endParaRPr dirty="0"/>
          </a:p>
        </p:txBody>
      </p:sp>
      <p:sp>
        <p:nvSpPr>
          <p:cNvPr id="4" name="Google Shape;103;p1">
            <a:extLst>
              <a:ext uri="{FF2B5EF4-FFF2-40B4-BE49-F238E27FC236}">
                <a16:creationId xmlns:a16="http://schemas.microsoft.com/office/drawing/2014/main" id="{B99B2D64-6D15-E46C-0E20-D79FD87969F7}"/>
              </a:ext>
            </a:extLst>
          </p:cNvPr>
          <p:cNvSpPr/>
          <p:nvPr/>
        </p:nvSpPr>
        <p:spPr>
          <a:xfrm rot="10800000">
            <a:off x="610335" y="1100847"/>
            <a:ext cx="603687" cy="431727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02;p1">
            <a:extLst>
              <a:ext uri="{FF2B5EF4-FFF2-40B4-BE49-F238E27FC236}">
                <a16:creationId xmlns:a16="http://schemas.microsoft.com/office/drawing/2014/main" id="{95B9D1DA-E92A-0EF6-D0C6-AE504B326B18}"/>
              </a:ext>
            </a:extLst>
          </p:cNvPr>
          <p:cNvSpPr txBox="1"/>
          <p:nvPr/>
        </p:nvSpPr>
        <p:spPr>
          <a:xfrm>
            <a:off x="-416636" y="1077014"/>
            <a:ext cx="1247968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Calibri"/>
                <a:sym typeface="Calibri"/>
              </a:rPr>
              <a:t>Generalização das Entidades Contratados, Prestadores de Serviço e Funcionário</a:t>
            </a:r>
            <a:endParaRPr dirty="0"/>
          </a:p>
        </p:txBody>
      </p:sp>
      <p:sp>
        <p:nvSpPr>
          <p:cNvPr id="6" name="Google Shape;106;p1">
            <a:extLst>
              <a:ext uri="{FF2B5EF4-FFF2-40B4-BE49-F238E27FC236}">
                <a16:creationId xmlns:a16="http://schemas.microsoft.com/office/drawing/2014/main" id="{DD1B679B-5C00-0448-916B-059BF4D9F919}"/>
              </a:ext>
            </a:extLst>
          </p:cNvPr>
          <p:cNvSpPr/>
          <p:nvPr/>
        </p:nvSpPr>
        <p:spPr>
          <a:xfrm>
            <a:off x="261372" y="1761901"/>
            <a:ext cx="1562986" cy="55748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Contratados</a:t>
            </a:r>
            <a:endParaRPr dirty="0"/>
          </a:p>
        </p:txBody>
      </p:sp>
      <p:sp>
        <p:nvSpPr>
          <p:cNvPr id="7" name="Google Shape;102;p1">
            <a:extLst>
              <a:ext uri="{FF2B5EF4-FFF2-40B4-BE49-F238E27FC236}">
                <a16:creationId xmlns:a16="http://schemas.microsoft.com/office/drawing/2014/main" id="{E22B25CA-ACB7-DEA2-14E6-2F0353566DD7}"/>
              </a:ext>
            </a:extLst>
          </p:cNvPr>
          <p:cNvSpPr txBox="1"/>
          <p:nvPr/>
        </p:nvSpPr>
        <p:spPr>
          <a:xfrm>
            <a:off x="733493" y="1855999"/>
            <a:ext cx="5149056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Entidade Contratados</a:t>
            </a:r>
          </a:p>
        </p:txBody>
      </p:sp>
      <p:sp>
        <p:nvSpPr>
          <p:cNvPr id="8" name="Google Shape;107;p1">
            <a:extLst>
              <a:ext uri="{FF2B5EF4-FFF2-40B4-BE49-F238E27FC236}">
                <a16:creationId xmlns:a16="http://schemas.microsoft.com/office/drawing/2014/main" id="{3260DD79-9551-6888-2B02-DD8175DE578A}"/>
              </a:ext>
            </a:extLst>
          </p:cNvPr>
          <p:cNvSpPr/>
          <p:nvPr/>
        </p:nvSpPr>
        <p:spPr>
          <a:xfrm>
            <a:off x="261372" y="2608727"/>
            <a:ext cx="1537596" cy="57001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Prestadores de Serviço</a:t>
            </a:r>
            <a:endParaRPr/>
          </a:p>
        </p:txBody>
      </p:sp>
      <p:sp>
        <p:nvSpPr>
          <p:cNvPr id="10" name="Google Shape;102;p1">
            <a:extLst>
              <a:ext uri="{FF2B5EF4-FFF2-40B4-BE49-F238E27FC236}">
                <a16:creationId xmlns:a16="http://schemas.microsoft.com/office/drawing/2014/main" id="{29558731-C1F5-9E18-F4A8-1051C07867DA}"/>
              </a:ext>
            </a:extLst>
          </p:cNvPr>
          <p:cNvSpPr txBox="1"/>
          <p:nvPr/>
        </p:nvSpPr>
        <p:spPr>
          <a:xfrm>
            <a:off x="1214022" y="2709087"/>
            <a:ext cx="5149056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Entidade Prestadores de Serviço</a:t>
            </a:r>
          </a:p>
        </p:txBody>
      </p:sp>
      <p:sp>
        <p:nvSpPr>
          <p:cNvPr id="11" name="Google Shape;108;p1">
            <a:extLst>
              <a:ext uri="{FF2B5EF4-FFF2-40B4-BE49-F238E27FC236}">
                <a16:creationId xmlns:a16="http://schemas.microsoft.com/office/drawing/2014/main" id="{4B8A4534-DB56-A079-9E8C-A214A04B0955}"/>
              </a:ext>
            </a:extLst>
          </p:cNvPr>
          <p:cNvSpPr/>
          <p:nvPr/>
        </p:nvSpPr>
        <p:spPr>
          <a:xfrm>
            <a:off x="167362" y="3279100"/>
            <a:ext cx="1753707" cy="1082054"/>
          </a:xfrm>
          <a:prstGeom prst="diamond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Gerência</a:t>
            </a:r>
            <a:endParaRPr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CCE8E31-116B-A520-4678-4306476CBC33}"/>
              </a:ext>
            </a:extLst>
          </p:cNvPr>
          <p:cNvSpPr txBox="1"/>
          <p:nvPr/>
        </p:nvSpPr>
        <p:spPr>
          <a:xfrm>
            <a:off x="1616475" y="3548096"/>
            <a:ext cx="92977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Relação um para vários (1,N) da Entidade Empresas Prestadoras de Serviços com a Entidade Prestadores de Serviço</a:t>
            </a:r>
          </a:p>
        </p:txBody>
      </p:sp>
      <p:sp>
        <p:nvSpPr>
          <p:cNvPr id="13" name="Google Shape;111;p1">
            <a:extLst>
              <a:ext uri="{FF2B5EF4-FFF2-40B4-BE49-F238E27FC236}">
                <a16:creationId xmlns:a16="http://schemas.microsoft.com/office/drawing/2014/main" id="{B2DCBE1E-C70E-E54B-290B-153700F212F0}"/>
              </a:ext>
            </a:extLst>
          </p:cNvPr>
          <p:cNvSpPr/>
          <p:nvPr/>
        </p:nvSpPr>
        <p:spPr>
          <a:xfrm>
            <a:off x="256194" y="4442710"/>
            <a:ext cx="1537596" cy="75745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Empresas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Prestadoras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Serviços</a:t>
            </a:r>
            <a:endParaRPr/>
          </a:p>
        </p:txBody>
      </p:sp>
      <p:sp>
        <p:nvSpPr>
          <p:cNvPr id="14" name="Google Shape;102;p1">
            <a:extLst>
              <a:ext uri="{FF2B5EF4-FFF2-40B4-BE49-F238E27FC236}">
                <a16:creationId xmlns:a16="http://schemas.microsoft.com/office/drawing/2014/main" id="{B9112441-BBC3-B478-5AFA-97EB7E37B2E6}"/>
              </a:ext>
            </a:extLst>
          </p:cNvPr>
          <p:cNvSpPr txBox="1"/>
          <p:nvPr/>
        </p:nvSpPr>
        <p:spPr>
          <a:xfrm>
            <a:off x="1793790" y="4590668"/>
            <a:ext cx="5149056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Entidade Empresas Prestadoras de Serviços</a:t>
            </a:r>
          </a:p>
        </p:txBody>
      </p:sp>
      <p:sp>
        <p:nvSpPr>
          <p:cNvPr id="15" name="Google Shape;114;p1">
            <a:extLst>
              <a:ext uri="{FF2B5EF4-FFF2-40B4-BE49-F238E27FC236}">
                <a16:creationId xmlns:a16="http://schemas.microsoft.com/office/drawing/2014/main" id="{884F65C1-9469-70D2-1FD2-B1A90FF6C7CF}"/>
              </a:ext>
            </a:extLst>
          </p:cNvPr>
          <p:cNvSpPr txBox="1"/>
          <p:nvPr/>
        </p:nvSpPr>
        <p:spPr>
          <a:xfrm>
            <a:off x="130686" y="5348121"/>
            <a:ext cx="182435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Nome Empresas</a:t>
            </a:r>
            <a:endParaRPr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3E353416-DC82-852F-9DC7-424830B54782}"/>
              </a:ext>
            </a:extLst>
          </p:cNvPr>
          <p:cNvSpPr txBox="1"/>
          <p:nvPr/>
        </p:nvSpPr>
        <p:spPr>
          <a:xfrm>
            <a:off x="1428206" y="5386977"/>
            <a:ext cx="61521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Atributo Simples da Entidade Empresas Prestadoras de Serviços</a:t>
            </a:r>
          </a:p>
        </p:txBody>
      </p:sp>
      <p:sp>
        <p:nvSpPr>
          <p:cNvPr id="17" name="Google Shape;112;p1">
            <a:extLst>
              <a:ext uri="{FF2B5EF4-FFF2-40B4-BE49-F238E27FC236}">
                <a16:creationId xmlns:a16="http://schemas.microsoft.com/office/drawing/2014/main" id="{32CD4E63-61EE-6F94-6DB4-9D7CB8B3418A}"/>
              </a:ext>
            </a:extLst>
          </p:cNvPr>
          <p:cNvSpPr txBox="1"/>
          <p:nvPr/>
        </p:nvSpPr>
        <p:spPr>
          <a:xfrm>
            <a:off x="130686" y="5874850"/>
            <a:ext cx="182435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Código</a:t>
            </a:r>
            <a:endParaRPr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1F9FB43-3064-FE08-0B37-B34A28F19DE3}"/>
              </a:ext>
            </a:extLst>
          </p:cNvPr>
          <p:cNvSpPr txBox="1"/>
          <p:nvPr/>
        </p:nvSpPr>
        <p:spPr>
          <a:xfrm>
            <a:off x="1955044" y="5892082"/>
            <a:ext cx="61521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Atributo Determinante da Entidade Empresas Prestadoras de Serviços, é único </a:t>
            </a:r>
          </a:p>
        </p:txBody>
      </p:sp>
    </p:spTree>
    <p:extLst>
      <p:ext uri="{BB962C8B-B14F-4D97-AF65-F5344CB8AC3E}">
        <p14:creationId xmlns:p14="http://schemas.microsoft.com/office/powerpoint/2010/main" val="257936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/>
          <p:cNvSpPr txBox="1"/>
          <p:nvPr/>
        </p:nvSpPr>
        <p:spPr>
          <a:xfrm>
            <a:off x="763929" y="567160"/>
            <a:ext cx="10371000" cy="60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Desenhe no </a:t>
            </a:r>
            <a:r>
              <a:rPr lang="pt-BR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BRModeloWeb</a:t>
            </a:r>
            <a:r>
              <a:rPr lang="pt-B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um Modelo E-R (conceitual) que descreva a situação da empresa Cuidados LTDA, que apresenta a seguinte estrutura: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LcParenR"/>
            </a:pPr>
            <a:r>
              <a:rPr lang="pt-B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empregado é representado a partir das seguintes informações básicas: código-empresa, nome, endereço composto por rua, cidade e cep;</a:t>
            </a:r>
            <a:endParaRPr dirty="0"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LcParenR"/>
            </a:pPr>
            <a:r>
              <a:rPr lang="pt-B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departamento é representado por meio de: nome, código do departamento</a:t>
            </a:r>
            <a:endParaRPr dirty="0"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LcParenR"/>
            </a:pPr>
            <a:r>
              <a:rPr lang="pt-B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empregado chefia um ou mais departamentos;</a:t>
            </a:r>
            <a:endParaRPr dirty="0"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LcParenR"/>
            </a:pPr>
            <a:r>
              <a:rPr lang="pt-B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item vendido é representado pelo seu nome, preço, fornecedor, número do modelo(dado pelo fornecedor) e número interno do item (dado pelo responsável do estoque)</a:t>
            </a:r>
            <a:endParaRPr dirty="0"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LcParenR"/>
            </a:pPr>
            <a:r>
              <a:rPr lang="pt-B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fornecedor é descrito pelo seu nome, endereço, itens fornecidos ao estoque e preço</a:t>
            </a:r>
            <a:endParaRPr dirty="0"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LcParenR"/>
            </a:pPr>
            <a:r>
              <a:rPr lang="pt-B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clientes cadastrados têm os seguintes dados: nome, endereço e telefone</a:t>
            </a:r>
            <a:endParaRPr dirty="0"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LcParenR"/>
            </a:pPr>
            <a:r>
              <a:rPr lang="pt-B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clientes possuem duas especializações, sendo clientes pessoa física e jurídica, e com estes CPF e CNPJ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1a897f11-7651-4a04-b3da-9df5495a2ba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52DDC8BE079E34B90B28CC688340184" ma:contentTypeVersion="4" ma:contentTypeDescription="Crie um novo documento." ma:contentTypeScope="" ma:versionID="0c4a8307b92592eb3378926f3a83643a">
  <xsd:schema xmlns:xsd="http://www.w3.org/2001/XMLSchema" xmlns:xs="http://www.w3.org/2001/XMLSchema" xmlns:p="http://schemas.microsoft.com/office/2006/metadata/properties" xmlns:ns2="1a897f11-7651-4a04-b3da-9df5495a2bad" targetNamespace="http://schemas.microsoft.com/office/2006/metadata/properties" ma:root="true" ma:fieldsID="b5078a1b33c07a9e4f94f736d49da251" ns2:_="">
    <xsd:import namespace="1a897f11-7651-4a04-b3da-9df5495a2bad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897f11-7651-4a04-b3da-9df5495a2bad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04381EB-63B2-4B4C-B6A9-9ED7AC0B329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8DD5033-B90A-40EA-9AC8-87AD34E4E9F8}">
  <ds:schemaRefs>
    <ds:schemaRef ds:uri="http://schemas.microsoft.com/office/2006/metadata/properties"/>
    <ds:schemaRef ds:uri="http://www.w3.org/2000/xmlns/"/>
    <ds:schemaRef ds:uri="1a897f11-7651-4a04-b3da-9df5495a2bad"/>
    <ds:schemaRef ds:uri="http://www.w3.org/2001/XMLSchema-instance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60F27A4A-BA81-4D1C-A560-5A190B941F3E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1a897f11-7651-4a04-b3da-9df5495a2bad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663</Words>
  <Application>Microsoft Office PowerPoint</Application>
  <PresentationFormat>Widescreen</PresentationFormat>
  <Paragraphs>86</Paragraphs>
  <Slides>6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9" baseType="lpstr">
      <vt:lpstr>Arial</vt:lpstr>
      <vt:lpstr>Calibri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Ana Claudia Souza Cunha</dc:creator>
  <cp:lastModifiedBy>AMANDA PEREIRA DE OLIVEIRA</cp:lastModifiedBy>
  <cp:revision>6</cp:revision>
  <dcterms:created xsi:type="dcterms:W3CDTF">2023-08-02T19:48:15Z</dcterms:created>
  <dcterms:modified xsi:type="dcterms:W3CDTF">2026-04-01T12:53:00Z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0x010100752DDC8BE079E34B90B28CC688340184</vt:lpwstr>
  </property>
</Properties>
</file>